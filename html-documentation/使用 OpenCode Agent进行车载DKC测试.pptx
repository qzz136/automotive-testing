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0972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60A5FA">
              <a:alpha val="1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</a:rPr>
              <a:t>⚡ 智能车载测试解决方案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使用 OpenCode Agent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进行车载DKC测试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基于MCP协议和Agent技能系统，用户只需用自然语言描述测试需求，OpenCode Agent即可自动完成从Excel读取测试用例、构建测试场景、执行CAN/CANFD报文收发、控制智能小车和机械臂、验证DKC信号、录制测试视频到回填测试结果的全流程自动化测试。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12+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测试步骤类型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核心MCP工具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100%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9224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自动化测试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概述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什么是车载DKC测试？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OpenCode Agent如何改变传统测试？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DKC（数字钥匙控制器）是汽车数字钥匙系统的核心，负责无钥匙进入、启动授权、身份认证等功能。通过OpenCode Agent，测试人员可以用自然语言描述测试场景，Agent自动执行复杂的测试序列。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核心功能特性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CAN/CANFD 报文收发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支持单帧发送、周期发送、报文接收等多种通信模式，覆盖车载网络测试的核心需求。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DBC信号解码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使用DBC文件定义报文格式，自动将原始字节解码为有意义的信号值，支持复杂的数据结构。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时序信号检查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验证信号在指定时间窗口内保持特定值，支持多信号联合检查，确保时序逻辑正确。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核心功能特性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智能设备控制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集成智能小车和机械臂控制，实现物理世界的自动化测试操作。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自动日志记录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测试过程中自动记录BLF/ASC格式的报文日志，便于事后分析和问题追溯。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场景化测试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通过定义测试场景和步骤序列，轻松构建复杂的测试用例，支持步骤间的数据传递。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OpenCode Agent 完整架构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667EEA">
              <a:alpha val="15000"/>
            </a:srgbClr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EEA"/>
                </a:solidFill>
              </a:rPr>
              <a:t>Layer 1: 用户提示词层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👤 User Prompt - 自然语言描述测试需求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</a:rPr>
              <a:t>↓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4FACFE">
              <a:alpha val="15000"/>
            </a:srgbClr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ACFE"/>
                </a:solidFill>
              </a:rPr>
              <a:t>Layer 2: LLM层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🧠 OpenCode Agent - 意图理解、步骤规划、工具选择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</a:rPr>
              <a:t>↓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Layer 3: 工具层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内置工具(read,edit,write,bash) | Skills(automotive-testing,mcp-builder) | MCP Servers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</a:rPr>
              <a:t>↓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A709A">
              <a:alpha val="15000"/>
            </a:srgbClr>
          </a:solidFill>
          <a:ln w="12700">
            <a:solidFill>
              <a:srgbClr val="FA70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617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Layer 4: 外部环境层 - TSMaster API | 网络服务(TCP/HTTP) | 文件系统 | 物理设备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Automotive Testing MCP 核心架构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114800" cy="4114800"/>
          </a:xfrm>
          <a:prstGeom prst="roundRect">
            <a:avLst>
              <a:gd name="adj" fmla="val 3333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0" y="822960"/>
            <a:ext cx="822960" cy="320040"/>
          </a:xfrm>
          <a:prstGeom prst="roundRect">
            <a:avLst>
              <a:gd name="adj" fmla="val 42857"/>
            </a:avLst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822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核心工具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📡 tsmaster_run_simulation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执行DKC仿真测试场景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🚗 物理设备控制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智能小车开关控制、区域移动、机械臂旋转(0-180°)、NFC刷卡+视频录制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📡 CAN/CANFD通信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单帧报文收发、周期报文发送、报文接收验证、BLF/ASC日志记录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🔍 信号处理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DBC信号解码、时序信号检查、多信号联合验证、容差比较支持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731520"/>
            <a:ext cx="4114800" cy="2011680"/>
          </a:xfrm>
          <a:prstGeom prst="roundRect">
            <a:avLst>
              <a:gd name="adj" fmla="val 6818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0" y="822960"/>
            <a:ext cx="822960" cy="320040"/>
          </a:xfrm>
          <a:prstGeom prst="roundRect">
            <a:avLst>
              <a:gd name="adj" fmla="val 42857"/>
            </a:avLst>
          </a:prstGeom>
          <a:solidFill>
            <a:srgbClr val="F5576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822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辅助工具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🔧 encode_can_signal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CAN信号编码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920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📝 信号编码: DBC文件解析、信号值到字节编码、报文ID自动识别、多信号同时编码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多协议设备通信层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41732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TSMaster COM 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通过COM组件与TSMaster软件通信，控制CAN硬件接口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CAN/CANFD | 报文收发 | 信号编解码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TCP/IP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与智能小车建立TCP连接，发送控制指令并接收响应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3291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192.168.1.1:2001 | 开关控制 | 区域移动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📹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HTTP + OpenCV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HTTP控制机械臂，OpenCV录制NFC刷卡过程视频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3291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192.168.2.1 | 机械臂旋转 | 视频录制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架构流程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2011680"/>
          </a:xfrm>
          <a:prstGeom prst="roundRect">
            <a:avLst>
              <a:gd name="adj" fmla="val 7500"/>
            </a:avLst>
          </a:prstGeom>
          <a:solidFill>
            <a:srgbClr val="141423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OpenCode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LLM智能体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51760" y="1828800"/>
            <a:ext cx="1828800" cy="2011680"/>
          </a:xfrm>
          <a:prstGeom prst="roundRect">
            <a:avLst>
              <a:gd name="adj" fmla="val 7500"/>
            </a:avLst>
          </a:prstGeom>
          <a:solidFill>
            <a:srgbClr val="141423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📡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Automotive MCP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测试工具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46320" y="1828800"/>
            <a:ext cx="1828800" cy="2011680"/>
          </a:xfrm>
          <a:prstGeom prst="roundRect">
            <a:avLst>
              <a:gd name="adj" fmla="val 7500"/>
            </a:avLst>
          </a:prstGeom>
          <a:solidFill>
            <a:srgbClr val="141423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tsmaster模块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协议封装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1828800"/>
            <a:ext cx="1828800" cy="2011680"/>
          </a:xfrm>
          <a:prstGeom prst="roundRect">
            <a:avLst>
              <a:gd name="adj" fmla="val 7500"/>
            </a:avLst>
          </a:prstGeom>
          <a:solidFill>
            <a:srgbClr val="141423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🔌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13232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物理设备层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CAN/小车/机械臂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代码示例 - MCP Server主入口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114800"/>
          </a:xfrm>
          <a:prstGeom prst="roundRect">
            <a:avLst>
              <a:gd name="adj" fmla="val 2222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automotive-testing.py - MCP Server主入口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mcp.server.fastmcp import FastMCP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tsmaster import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ECUSimulationScenario,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_ensure_connected,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_execute_step,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encode_can_signal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初始化 MCP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= FastMCP("automotive-testing")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mcp.run()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代码示例 - MCP工具定义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114800"/>
          </a:xfrm>
          <a:prstGeom prst="roundRect">
            <a:avLst>
              <a:gd name="adj" fmla="val 2222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MCP工具定义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name="tsmaster_run_simulation",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annotations={"title": "执行DKC仿真测试场景"},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tsmaster_run_simulation(scenario: ECUSimulationScenario)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"""执行测试序列"""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_ensure_connected()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sorted_steps = sorted(scenario.steps, key=lambda s: s.order)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step_results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step in sorted_steps: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_execute_step(step, scenario.channel)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step_results.append(result)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json.dumps({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"scenario_name": scenario.scenario_name,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"status": "completed",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"step_results": step_results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@mcp.tool(name="encode_can_signal")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encode_can_signal(dbc_path: str, signals: List[SignalInput])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"""CAN信号编码"""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使用DBC文件编码信号...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代码示例 - 数据模型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114800"/>
          </a:xfrm>
          <a:prstGeom prst="roundRect">
            <a:avLst>
              <a:gd name="adj" fmla="val 2222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tsmaster/models.py - 数据模型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StepType(Enum):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 = "init"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SEND_SINGLE = "send_single"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START_CYCLIC = "start_cyclic"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 = "wait"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RECEIVE = "receive"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SMART_CAR_ZONE = "smart_car_zone"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MACHINE_ARM_ROTATION = "machine_arm_rotation"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NFC_START = "nfc_start"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CHECK_SIGNALS = "check_signals"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MessageFrame(BaseModel):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channel: int 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identifier: Union[int, str]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List[int]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is_extended_id: bool =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TestStep(BaseModel):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step_id: str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step_type: StepType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order: 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Optional[MessageFrame] =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duration_ms: Optional[int] =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zone_value: Optional[int] =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angle: Optional[int] =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conditions: Optional[List[Dict]] =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ECUSimulationScenario(BaseModel):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scenario_name: str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channel: int 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 List[TestStep]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代码示例 - 测试执行器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114800"/>
          </a:xfrm>
          <a:prstGeom prst="roundRect">
            <a:avLst>
              <a:gd name="adj" fmla="val 2222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tsmaster/executor.py - 测试执行器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_execute_step(step: TestStep, channel: int) -&gt; StepResult: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"""执行单个测试步骤"""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step.step_type == StepType.INIT: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初始化，启动BLF记录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_handle_init(step)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step.step_type == StepType.SEND_SINGLE: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发送单帧报文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_handle_send_single(step, channel)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step.step_type == StepType.SMART_CAR_ZONE: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控制智能小车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success = send_zone_value(step.zone_value)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StepResult(status="passed" if success else "failed")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step.step_type == StepType.CHECK_SIGNALS: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检查信号条件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_handle_check_signals(step, channel)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核心功能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测试步骤类型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系统支持12+种测试步骤类型，覆盖从初始化到信号验证的完整测试流程。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测试步骤类型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🔌 INIT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初始化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初始化测试环境，启动TSMaster报文记录（BLF格式），设置日志文件路径。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73152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📤 SEND_SINGLE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报文发送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发送单帧CAN/CANFD报文，支持标准帧和扩展帧，可配置数据长度码。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🔄 START_CYCLIC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周期发送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启动周期报文发送，可配置发送周期（10ms-60s），模拟持续信号输出。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📥 RECEIVE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报文接收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接收并验证总线报文，可指定期望接收的报文ID列表，支持超时检测。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测试步骤类型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⏸️ WAIT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延时等待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等待指定时长，用于模拟真实场景中的时间延迟，或等待系统响应。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73152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🚗 SMART_CAR_ZONE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智能小车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控制智能小车移动到指定区域，用于物理世界的自动化测试操作。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🦾 MACHINE_ARM_ROTATION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机械臂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控制机械臂旋转到指定角度（0-180度），支持NFC刷卡等物理操作。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🔍 CHECK_SIGNALS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信号检查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检查信号条件是否满足，支持时序检查（连续N帧保持值）和容差比较。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工作流程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五步完成测试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用户通过自然语言描述测试需求，OpenCode Agent自动完成场景构建、执行和结果分析的完整测试流程。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4FACF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👤 用户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要求从Excel读取测试用例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用户指示Agent使用Excel skill读取测试用例文件，获取测试场景、步骤和预期结果。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用户使用自然语言指令：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"请从Excel文件 'DKC_TestCases.xlsx' 中读取测试用例，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执行其中的数字钥匙认证测试场景"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Agent使用Excel skill自动读取：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read_excel("DKC_TestCases.xlsx", sheet="TestCases")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返回：测试场景、步骤、预期结果等结构化数据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🤖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自动构建测试场景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Agent理解用户需求，自动转换为结构化测试场景，配置测试步骤、报文参数和信号检查条件。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自动生成：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= ECUSimulationScenario(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scenario_name="DKC数字钥匙认证测试",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steps=[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TestStep(step_type=StepType.INIT, ...),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TestStep(step_type=StepType.SEND_SINGLE, ...),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TestStep(step_type=StepType.SMART_CAR_ZONE, ...),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TestStep(step_type=StepType.CHECK_SIGNALS, ...),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🤖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执行测试序列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Agent自动调用MCP工具，建立TSMaster连接，按顺序执行所有测试步骤，包括CAN报文收发、智能小车控制和信号检查。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自动执行：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tsmaster_run_simulation(scenario)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初始化CAN通道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发送唤醒报文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控制智能小车移动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检查信号条件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🤖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自动验证信号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Agent自动解码CAN报文，验证信号值是否符合预期。支持时序检查（连续多帧保持值）和多信号联合验证。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自动验证：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conditions=[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{"signal": "DoorUnLock",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"operator": "==",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"value": 0,  # 验证解锁状态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"hold_max_frames": 20}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🤖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自动回填测试结果到Excel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测试完成后，Agent自动使用Excel skill将执行结果、耗时、通过/失败状态回填到原始测试用例表格中，生成完整测试报告。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Agent自动回填测试结果到Excel：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write_excel(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file_path="DKC_TestCases.xlsx",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sheet="TestCases",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"Test_ID": "DKC_001",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"Status": "Passed",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"Duration": "9305ms",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"Result": "车门解锁成功",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"Timestamp": "2025-04-15 10:23:45"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60A5FA">
              <a:alpha val="1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实际演示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完整测试示例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以下是DKC测试、智能小车控制和机械臂NFC刷卡的实际测试示例，展示了多种测试场景的应用。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🔑 DKC数字钥匙认证测试 - Part 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8595360" cy="4389120"/>
          </a:xfrm>
          <a:prstGeom prst="roundRect">
            <a:avLst>
              <a:gd name="adj" fmla="val 2083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85800"/>
            <a:ext cx="8321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tsmaster import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ECUSimulationScenario, TestStep, MessageFrame, StepType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DKC数字钥匙认证流程测试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测试场景：通过智能小车搭载数字钥匙模拟数字钥匙靠近车辆、身份认证、解锁车门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= ECUSimulationScenario(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scenario_name="DKC数字钥匙认证测试",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channel=0,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步骤1: 初始化测试环境，启动CAN报文记录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step_id="init",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step_type=StepType.INIT,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order=0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步骤2: 发送数字钥匙唤醒信号 (NW_WakeUP_signal)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step_id="send_dkey_wake",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step_type=StepType.SEND_SINGLE,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order=1,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message=MessageFrame(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channel=0,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identifier="0x500",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data=[1, 0, 0, 0, 0, 0, 0, 0],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is_extended_id=False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步骤3: 智能小车移动到区域2 (模拟钥匙靠近)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step_id="car_move_zone2",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step_type=StepType.SMART_CAR_ZONE,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order=2,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zone_value=2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🔑 DKC数字钥匙认证测试 - Part 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8595360" cy="4389120"/>
          </a:xfrm>
          <a:prstGeom prst="roundRect">
            <a:avLst>
              <a:gd name="adj" fmla="val 2083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85800"/>
            <a:ext cx="8321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步骤4: 等待车辆响应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step_id="wait_auth",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step_type=StepType.WAIT,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order=3,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duration_ms=3000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步骤5: 检查DKC认证状态信号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step_id="check_dkey_auth",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step_type=StepType.CHECK_SIGNALS,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order=4,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check_dbc_path="vehicle.dbc",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check_message_ids=["0x251"],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wait_before_check_ms=2000,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conditions=[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"signal": "P_DKey_Welcome",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"operator": "==",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"value":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"hold_max_frames":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"signal": "P_DKey_Area_PS",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"operator": "==",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"value": 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"hold_duration_ms": 2000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步骤6: 通过智能小车控制数字钥匙模拟按键解锁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步骤7: 验证车门解锁状态 (报文0x251)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🔑 DKC数字钥匙认证测试 - Part 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8595360" cy="4389120"/>
          </a:xfrm>
          <a:prstGeom prst="roundRect">
            <a:avLst>
              <a:gd name="adj" fmla="val 2083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85800"/>
            <a:ext cx="8321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step_id="check_door_unlock",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step_type=StepType.CHECK_SIGNALS,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order=6,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check_dbc_path="vehicle.dbc",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check_message_ids=["0x251"],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conditions=[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"signal": "DoorUnLock",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"operator": "==",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"value": 0,  # 解锁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"hold_max_frames":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步骤8: 验证车门开关状态 (报文0x116)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step_id="check_door_sw",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step_type=StepType.CHECK_SIGNALS,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order=7,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check_dbc_path="vehicle.dbc",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check_message_ids=["0x116"],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conditions=[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"signal": "AllDoorSW",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"operator": "==",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"value": 1,  # Open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"hold_max_frames":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🚗 智能小车控制测试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8595360" cy="4389120"/>
          </a:xfrm>
          <a:prstGeom prst="roundRect">
            <a:avLst>
              <a:gd name="adj" fmla="val 2083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85800"/>
            <a:ext cx="8321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tsmaster import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ECUSimulationScenario, TestStep, MessageFrame, StepType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智能小车控制测试 - 模拟钥匙靠近不同区域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= ECUSimulationScenario(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scenario_name="智能小车区域移动测试",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channel=0,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steps=[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步骤1: 初始化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TestStep(step_id="init", step_type=StepType.INIT, order=0),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步骤2: 移动到Zone 0 (远离车辆)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TestStep(step_id="move_zone0", step_type=StepType.SMART_CAR_ZONE,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order=1, zone_value=0),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步骤3: 等待移动完成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TestStep(step_id="wait_move0", step_type=StepType.WAIT,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order=2, duration_ms=2000),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步骤4: 移动到Zone 1 (进入迎宾区)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TestStep(step_id="move_zone1", step_type=StepType.SMART_CAR_ZONE,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order=3, zone_value=1),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步骤5: 等待并验证迎宾信号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TestStep(step_id="check_welcome", step_type=StepType.WAIT,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order=4, duration_ms=1000),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步骤6: 移动到Zone 2 (进入解锁区)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TestStep(step_id="move_zone2", step_type=StepType.SMART_CAR_ZONE,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order=5, zone_value=2),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步骤7: 等待并检查解锁信号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TestStep(step_id="check_unlock_zone", step_type=StepType.CHECK_SIGNALS,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order=6, check_dbc_path="vehicle.dbc", check_message_ids=["0x251"],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conditions=[{"signal": "P_DKey_Area_PS", "operator": "==", "value": 2}]),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步骤8: 按下开关测试 (模拟按键)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TestStep(step_id="press_switch", step_type=StepType.SMART_CAR_SWITCH,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order=7, switch_value=1, keytime_ms=500)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🦾 机械臂NFC刷卡测试 - Part 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8595360" cy="4389120"/>
          </a:xfrm>
          <a:prstGeom prst="roundRect">
            <a:avLst>
              <a:gd name="adj" fmla="val 2083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85800"/>
            <a:ext cx="8321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tsmaster import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ECUSimulationScenario, TestStep, MessageFrame, StepType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机械臂NFC刷卡测试 - 模拟NFC卡片刷卡动作并录制视频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= ECUSimulationScenario(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scenario_name="机械臂NFC刷卡测试",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channel=0,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步骤1: 初始化CAN记录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TestStep(step_id="init", step_type=StepType.INIT, order=0),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步骤2: 机械臂旋转到初始位置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TestStep(step_id="arm_home", step_type=StepType.MACHINE_ARM_ROTATION,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order=1, angle=0),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步骤3: 等待机械臂就位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TestStep(step_id="wait_arm", step_type=StepType.WAIT,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order=2, duration_ms=2000),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步骤4: 机械臂旋转到刷卡位置 (90度)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TestStep(step_id="arm_to_nfc", step_type=StepType.MACHINE_ARM_ROTATION,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order=3, angle=90),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步骤5: 执行NFC刷卡 (带视频录制)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TestStep(step_id="nfc_swipe", step_type=StepType.NFC_START,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order=4, name="DKC_NFC_Test_001"),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步骤6: 等待刷卡响应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TestStep(step_id="wait_nfc", step_type=StepType.WAIT,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order=5, duration_ms=3000),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🦾 机械臂NFC刷卡测试 - Part 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8595360" cy="4389120"/>
          </a:xfrm>
          <a:prstGeom prst="roundRect">
            <a:avLst>
              <a:gd name="adj" fmla="val 2083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85800"/>
            <a:ext cx="8321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步骤7: 检查NFC认证信号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step_id="check_nfc_auth",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step_type=StepType.CHECK_SIGNALS,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order=6,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check_dbc_path="vehicle.dbc",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check_message_ids=["0x400"],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conditions=[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"signal": "NFC_Auth_Status",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"operator": "==",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"value": 1,  # 认证成功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"hold_max_frames":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步骤8: 机械臂归位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TestStep(step_id="arm_return", step_type=StepType.MACHINE_ARM_ROTATION,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order=7, angle=0)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🔧 使用 encode_can_signal 工具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114800"/>
          </a:xfrm>
          <a:prstGeom prst="roundRect">
            <a:avLst>
              <a:gd name="adj" fmla="val 2222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可以使用 encode_can_signal 工具编码信号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encode_can_signal(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dbc_path="vehicle.dbc",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signals=[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SignalInput(signal="P_DKey_Welcome", value=1),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SignalInput(signal="P_DKey_Area_PS", value=2)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返回结果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"success",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"frame_id": "0x251",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"message_name": "Body_1",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[0, 0, 0, 0, 3, 0, 0, 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DKC测试执行报告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2743200"/>
                <a:gridCol w="109728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步骤ID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描述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状态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耗时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init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INIT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初始化环境，启动BLF记录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C93F"/>
                          </a:solidFill>
                        </a:rPr>
                        <a:t>✓ PASSED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150ms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send_dkey_wake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SEND_SINGLE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发送数字钥匙唤醒信号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C93F"/>
                          </a:solidFill>
                        </a:rPr>
                        <a:t>✓ PASSED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50ms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car_move_zone2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SMART_CAR_ZONE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智能小车移动到Zone 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C93F"/>
                          </a:solidFill>
                        </a:rPr>
                        <a:t>✓ PASSED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2500ms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wait_auth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WAIT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等待认证响应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C93F"/>
                          </a:solidFill>
                        </a:rPr>
                        <a:t>✓ PASSED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3000ms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check_dkey_auth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CHECK_SIGNALS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验证P_DKey_Welcome和P_DKey_Area_PS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C93F"/>
                          </a:solidFill>
                        </a:rPr>
                        <a:t>✓ PASSED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1040ms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send_unlock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SEND_SINGLE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发送解锁指令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C93F"/>
                          </a:solidFill>
                        </a:rPr>
                        <a:t>✓ PASSED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45ms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check_unlock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CHECK_SIGNALS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验证车门解锁状态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C93F"/>
                          </a:solidFill>
                        </a:rPr>
                        <a:t>✓ PASSED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0E0"/>
                          </a:solidFill>
                        </a:rPr>
                        <a:t>520ms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测试执行结果JSON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114800"/>
          </a:xfrm>
          <a:prstGeom prst="roundRect">
            <a:avLst>
              <a:gd name="adj" fmla="val 2222"/>
            </a:avLst>
          </a:prstGeom>
          <a:solidFill>
            <a:srgbClr val="0D0D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"scenario_name": "DKC数字钥匙认证测试",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"completed",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"total_steps": 7,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"passed_steps": 7,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"failed_steps": 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"skipped_steps": 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"total_duration_ms": 9305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视频演示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OpenCode Agent DKC测试演示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观看实际测试过程，了解OpenCode Agent如何通过自然语言指令完成完整的车载DKC测试流程。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3474720"/>
            <a:ext cx="4572000" cy="1371600"/>
          </a:xfrm>
          <a:prstGeom prst="roundRect">
            <a:avLst>
              <a:gd name="adj" fmla="val 10000"/>
            </a:avLst>
          </a:prstGeom>
          <a:solidFill>
            <a:srgbClr val="14142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34747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B3B3"/>
                </a:solidFill>
              </a:rPr>
              <a:t>📹 视频演示区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OpenCode DKC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3B3B3"/>
                </a:solidFill>
              </a:rPr>
              <a:t>基于MCP协议的车载DKC智能测试解决方案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3B3B3"/>
                </a:solidFill>
              </a:rPr>
              <a:t>让测试更智能、更高效、更可靠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</a:rPr>
              <a:t>文档 | 支持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Agent 车载DKC测试指南</dc:title>
  <dc:subject>PptxGenJS Presentation</dc:subject>
  <dc:creator>OpenCode</dc:creator>
  <cp:lastModifiedBy>OpenCode</cp:lastModifiedBy>
  <cp:revision>1</cp:revision>
  <dcterms:created xsi:type="dcterms:W3CDTF">2026-04-16T09:13:24Z</dcterms:created>
  <dcterms:modified xsi:type="dcterms:W3CDTF">2026-04-16T09:13:24Z</dcterms:modified>
</cp:coreProperties>
</file>